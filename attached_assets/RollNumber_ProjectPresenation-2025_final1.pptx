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8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91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CBB14-5B66-4B69-8FEC-8F8BC985F05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C26A4-1585-4360-9B0E-D1DAB390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0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0AE8-1EF6-41E8-91F9-C1234DEDA22D}" type="datetime3">
              <a:rPr lang="en-US" smtClean="0"/>
              <a:t>13 April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04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7B78-7F45-4B4D-A839-D694568A4EF7}" type="datetime3">
              <a:rPr lang="en-US" smtClean="0"/>
              <a:t>13 April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15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9FDA-1B91-4C1F-8BA5-07CA6606343B}" type="datetime3">
              <a:rPr lang="en-US" smtClean="0"/>
              <a:t>13 April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4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D533E-15BC-4190-8D47-A7B7C9673900}" type="datetime3">
              <a:rPr lang="en-US" smtClean="0"/>
              <a:t>13 April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71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3515-9261-4462-972C-F0F5015B48B4}" type="datetime3">
              <a:rPr lang="en-US" smtClean="0"/>
              <a:t>13 April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68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360C1-121F-4321-9E63-9F6A2DB64672}" type="datetime3">
              <a:rPr lang="en-US" smtClean="0"/>
              <a:t>13 April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1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EB625-B1D7-4AB2-B527-DE2EE563BB5D}" type="datetime3">
              <a:rPr lang="en-US" smtClean="0"/>
              <a:t>13 April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9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2D5C-A171-4F2E-B3A6-D0F119CD9261}" type="datetime3">
              <a:rPr lang="en-US" smtClean="0"/>
              <a:t>13 April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42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EC52-3B1A-487D-9565-BCCF8988721C}" type="datetime3">
              <a:rPr lang="en-US" smtClean="0"/>
              <a:t>13 April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07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E5DA-7832-42B1-B3EE-98F25AFCC904}" type="datetime3">
              <a:rPr lang="en-US" smtClean="0"/>
              <a:t>13 April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7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CAC0-22F7-4AD3-A4C2-A3F20016AD63}" type="datetime3">
              <a:rPr lang="en-US" smtClean="0"/>
              <a:t>13 April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402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2ED2-29D7-4B07-9C45-666754453D91}" type="datetime3">
              <a:rPr lang="en-US" smtClean="0"/>
              <a:t>13 April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40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12D9-320B-4B60-8F65-D0B650D77AFF}" type="datetime3">
              <a:rPr lang="en-US" smtClean="0"/>
              <a:t>13 April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1942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86F-9611-46A2-AEC2-D1BA2A5A4729}" type="datetime3">
              <a:rPr lang="en-US" smtClean="0"/>
              <a:t>13 April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14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5165-5A8A-4D6B-8A43-69C6C0E37830}" type="datetime3">
              <a:rPr lang="en-US" smtClean="0"/>
              <a:t>13 April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62B2-DC7A-44B1-BE3F-3CEEB3002E56}" type="datetime3">
              <a:rPr lang="en-US" smtClean="0"/>
              <a:t>13 April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0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D6183-4508-4655-9A1F-F03170CF06F0}" type="datetime3">
              <a:rPr lang="en-US" smtClean="0"/>
              <a:t>13 April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02AFB92-AD99-46AE-992A-85CA5C0FD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4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310AED-70E6-3B2C-FEE1-FA4B9F548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144" y="375328"/>
            <a:ext cx="10637218" cy="621671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l"/>
            <a:r>
              <a:rPr lang="en-US" sz="3200" dirty="0"/>
              <a:t>Project Title: </a:t>
            </a:r>
            <a:r>
              <a:rPr lang="en-US" sz="3200" dirty="0">
                <a:solidFill>
                  <a:srgbClr val="0070C0"/>
                </a:solidFill>
              </a:rPr>
              <a:t>Write your Project Name here..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AFC917F0-5C49-B4A5-299E-0C8C482F0A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9063326"/>
              </p:ext>
            </p:extLst>
          </p:nvPr>
        </p:nvGraphicFramePr>
        <p:xfrm>
          <a:off x="832144" y="1185933"/>
          <a:ext cx="10637218" cy="2593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7481">
                  <a:extLst>
                    <a:ext uri="{9D8B030D-6E8A-4147-A177-3AD203B41FA5}">
                      <a16:colId xmlns:a16="http://schemas.microsoft.com/office/drawing/2014/main" xmlns="" val="335803910"/>
                    </a:ext>
                  </a:extLst>
                </a:gridCol>
                <a:gridCol w="7099737">
                  <a:extLst>
                    <a:ext uri="{9D8B030D-6E8A-4147-A177-3AD203B41FA5}">
                      <a16:colId xmlns:a16="http://schemas.microsoft.com/office/drawing/2014/main" xmlns="" val="3433544649"/>
                    </a:ext>
                  </a:extLst>
                </a:gridCol>
              </a:tblGrid>
              <a:tr h="3770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17211947"/>
                  </a:ext>
                </a:extLst>
              </a:tr>
              <a:tr h="650816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Name (Roll Number)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      [Prof. Supervisor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lphaLcParenR"/>
                      </a:pPr>
                      <a:r>
                        <a:rPr lang="en-US" dirty="0"/>
                        <a:t>Mention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member’s contributions clearly </a:t>
                      </a:r>
                    </a:p>
                    <a:p>
                      <a:pPr marL="342900" indent="-342900">
                        <a:buFont typeface="+mj-lt"/>
                        <a:buAutoNum type="alphaLcParenR"/>
                      </a:pPr>
                      <a:r>
                        <a:rPr lang="en-US" dirty="0"/>
                        <a:t>This will be considered by external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45361712"/>
                  </a:ext>
                </a:extLst>
              </a:tr>
              <a:tr h="6508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2.   Name (Roll Number)</a:t>
                      </a:r>
                    </a:p>
                    <a:p>
                      <a:r>
                        <a:rPr lang="en-US" dirty="0"/>
                        <a:t>      [Prof. Supervisor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lphaLcParenR"/>
                      </a:pPr>
                      <a:r>
                        <a:rPr lang="en-US" dirty="0"/>
                        <a:t>Mention 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member’s contributions clearly </a:t>
                      </a:r>
                    </a:p>
                    <a:p>
                      <a:pPr marL="342900" indent="-342900">
                        <a:buFont typeface="+mj-lt"/>
                        <a:buAutoNum type="alphaLcParenR"/>
                      </a:pPr>
                      <a:r>
                        <a:rPr lang="en-US" dirty="0"/>
                        <a:t>This will be considered by external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82306269"/>
                  </a:ext>
                </a:extLst>
              </a:tr>
              <a:tr h="6508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3.   Name (Roll Number)</a:t>
                      </a:r>
                    </a:p>
                    <a:p>
                      <a:r>
                        <a:rPr lang="en-US" dirty="0"/>
                        <a:t>      [Prof. Supervisor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lphaLcParenR"/>
                      </a:pPr>
                      <a:r>
                        <a:rPr lang="en-US" dirty="0"/>
                        <a:t>Mention 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member’s contributions clearly </a:t>
                      </a:r>
                    </a:p>
                    <a:p>
                      <a:pPr marL="342900" indent="-342900">
                        <a:buFont typeface="+mj-lt"/>
                        <a:buAutoNum type="alphaLcParenR"/>
                      </a:pPr>
                      <a:r>
                        <a:rPr lang="en-US" dirty="0"/>
                        <a:t>This will be considered by external </a:t>
                      </a:r>
                    </a:p>
                    <a:p>
                      <a:pPr marL="342900" indent="-342900">
                        <a:buFont typeface="+mj-lt"/>
                        <a:buAutoNum type="alphaLcParenR"/>
                      </a:pPr>
                      <a:r>
                        <a:rPr lang="en-US" dirty="0"/>
                        <a:t>You can add other members in separate row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354277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199375B-7126-86F0-E207-9D7D46BB4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847" y="4015210"/>
            <a:ext cx="6067703" cy="2749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D54D2BF-9B37-0BF3-A4E1-584939F30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742" y="4264908"/>
            <a:ext cx="2796258" cy="25930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C17F6F2-74EE-06D5-E157-428493219D59}"/>
              </a:ext>
            </a:extLst>
          </p:cNvPr>
          <p:cNvSpPr txBox="1"/>
          <p:nvPr/>
        </p:nvSpPr>
        <p:spPr>
          <a:xfrm>
            <a:off x="-35369" y="6611215"/>
            <a:ext cx="2764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#AchyutaSamanta #ArtofGiving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60FA117-65F3-654F-0997-6C0CA2388573}"/>
              </a:ext>
            </a:extLst>
          </p:cNvPr>
          <p:cNvSpPr txBox="1"/>
          <p:nvPr/>
        </p:nvSpPr>
        <p:spPr>
          <a:xfrm>
            <a:off x="9411673" y="6586559"/>
            <a:ext cx="2764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#AchyutaSamanta #ArtofGiving</a:t>
            </a:r>
          </a:p>
        </p:txBody>
      </p:sp>
    </p:spTree>
    <p:extLst>
      <p:ext uri="{BB962C8B-B14F-4D97-AF65-F5344CB8AC3E}">
        <p14:creationId xmlns:p14="http://schemas.microsoft.com/office/powerpoint/2010/main" val="8685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FE263C-8419-61A4-8400-29E3D24BC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68974"/>
            <a:ext cx="8596668" cy="1320800"/>
          </a:xfrm>
        </p:spPr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568017-2670-DD25-7861-22AFA7B31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14072"/>
            <a:ext cx="10901030" cy="4727291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Write maximum 1-2 lines in bullet points.</a:t>
            </a:r>
          </a:p>
          <a:p>
            <a:r>
              <a:rPr lang="en-US" dirty="0"/>
              <a:t>Do not write as paragraph in the slides.</a:t>
            </a:r>
          </a:p>
          <a:p>
            <a:r>
              <a:rPr lang="en-US" dirty="0"/>
              <a:t>Each point must reflect your work effectively.</a:t>
            </a:r>
          </a:p>
          <a:p>
            <a:r>
              <a:rPr lang="en-US" dirty="0"/>
              <a:t>You may get maximum 15 minutes to present</a:t>
            </a:r>
          </a:p>
          <a:p>
            <a:pPr lvl="1"/>
            <a:r>
              <a:rPr lang="en-US" dirty="0"/>
              <a:t>The external expert may increase your presentation time.</a:t>
            </a:r>
          </a:p>
          <a:p>
            <a:r>
              <a:rPr lang="en-US" dirty="0"/>
              <a:t>Demonstration of you implementation is highly required.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0F2CBA-9705-0F0A-0B3E-FF32047E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FC937ECB-ED2D-0E7E-11E7-29477BB2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4492-E8C1-473D-A5C6-85BD21E86835}" type="datetime3">
              <a:rPr lang="en-US" smtClean="0"/>
              <a:t>13 April 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5B1D3EB-9724-960C-43C9-C93687FF1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225" y="5098840"/>
            <a:ext cx="1896988" cy="1759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5949BEB-BFBB-7447-9494-0BD630D44717}"/>
              </a:ext>
            </a:extLst>
          </p:cNvPr>
          <p:cNvSpPr txBox="1"/>
          <p:nvPr/>
        </p:nvSpPr>
        <p:spPr>
          <a:xfrm>
            <a:off x="9427605" y="6599104"/>
            <a:ext cx="2764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#AchyutaSamanta #ArtofGiving</a:t>
            </a:r>
          </a:p>
        </p:txBody>
      </p:sp>
    </p:spTree>
    <p:extLst>
      <p:ext uri="{BB962C8B-B14F-4D97-AF65-F5344CB8AC3E}">
        <p14:creationId xmlns:p14="http://schemas.microsoft.com/office/powerpoint/2010/main" val="67577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C005C6-D790-6867-5571-BBD47A5F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10225"/>
            <a:ext cx="8596668" cy="1320800"/>
          </a:xfrm>
        </p:spPr>
        <p:txBody>
          <a:bodyPr/>
          <a:lstStyle/>
          <a:p>
            <a:r>
              <a:rPr lang="en-US" dirty="0"/>
              <a:t>Related Works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FA8727-3F02-6725-44CF-1CFDDC3E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D8962294-835B-18E7-23F8-942E53861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43BA6-530B-45C8-8F1D-77AE28929C46}" type="datetime3">
              <a:rPr lang="en-US" smtClean="0"/>
              <a:t>13 April 2025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AFF11A9C-CCFB-21C8-38F8-29976E29AEF5}"/>
              </a:ext>
            </a:extLst>
          </p:cNvPr>
          <p:cNvSpPr txBox="1">
            <a:spLocks/>
          </p:cNvSpPr>
          <p:nvPr/>
        </p:nvSpPr>
        <p:spPr>
          <a:xfrm>
            <a:off x="677333" y="1314072"/>
            <a:ext cx="10901030" cy="472729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Mention some good existing works/software/tools etc. related to your idea.</a:t>
            </a:r>
          </a:p>
          <a:p>
            <a:r>
              <a:rPr lang="en-US" dirty="0"/>
              <a:t>Mentions their drawbacks that you want to overcome through your solution.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98B1AC1-630C-7E4B-AC2C-D967B0A57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8482" y="5092784"/>
            <a:ext cx="1903518" cy="17652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75EECA5-32A6-5B7A-CA80-77B61D666DE0}"/>
              </a:ext>
            </a:extLst>
          </p:cNvPr>
          <p:cNvSpPr txBox="1"/>
          <p:nvPr/>
        </p:nvSpPr>
        <p:spPr>
          <a:xfrm>
            <a:off x="9427605" y="6599104"/>
            <a:ext cx="2764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#AchyutaSamanta #ArtofGiving</a:t>
            </a:r>
          </a:p>
        </p:txBody>
      </p:sp>
    </p:spTree>
    <p:extLst>
      <p:ext uri="{BB962C8B-B14F-4D97-AF65-F5344CB8AC3E}">
        <p14:creationId xmlns:p14="http://schemas.microsoft.com/office/powerpoint/2010/main" val="240277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B2C9CB-9243-A271-43BD-4567F890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58350"/>
            <a:ext cx="8596668" cy="1320800"/>
          </a:xfrm>
        </p:spPr>
        <p:txBody>
          <a:bodyPr/>
          <a:lstStyle/>
          <a:p>
            <a:r>
              <a:rPr lang="en-US" dirty="0"/>
              <a:t>Our Methodology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3FE290-10B0-D60A-2CAA-97548D55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C8C2B024-68CF-ECC5-1B77-44032DAF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D6BA1-94F4-4CF4-BC8E-3FF6054EB3C9}" type="datetime3">
              <a:rPr lang="en-US" smtClean="0"/>
              <a:t>13 April 2025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CC9BDCB-E121-9FD7-8B79-9794504F071B}"/>
              </a:ext>
            </a:extLst>
          </p:cNvPr>
          <p:cNvSpPr txBox="1">
            <a:spLocks/>
          </p:cNvSpPr>
          <p:nvPr/>
        </p:nvSpPr>
        <p:spPr>
          <a:xfrm>
            <a:off x="677333" y="1314072"/>
            <a:ext cx="5039181" cy="472729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Mention your methodologies.</a:t>
            </a:r>
          </a:p>
          <a:p>
            <a:r>
              <a:rPr lang="en-US" dirty="0"/>
              <a:t>You may include a figure to explain your works.</a:t>
            </a:r>
          </a:p>
          <a:p>
            <a:r>
              <a:rPr lang="en-US" dirty="0"/>
              <a:t>You can add 1 more page to mention your methods</a:t>
            </a:r>
          </a:p>
          <a:p>
            <a:pPr lvl="1"/>
            <a:r>
              <a:rPr lang="en-US" dirty="0"/>
              <a:t>Your ppt contains maximum 9-10 pages.</a:t>
            </a:r>
          </a:p>
          <a:p>
            <a:pPr lvl="1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7AD1A549-692F-3BE7-1475-8AA0DCC4478B}"/>
              </a:ext>
            </a:extLst>
          </p:cNvPr>
          <p:cNvSpPr txBox="1">
            <a:spLocks/>
          </p:cNvSpPr>
          <p:nvPr/>
        </p:nvSpPr>
        <p:spPr>
          <a:xfrm>
            <a:off x="6333179" y="1314072"/>
            <a:ext cx="5039181" cy="472729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may use two-three boxes instead of increase slide pages.</a:t>
            </a:r>
          </a:p>
          <a:p>
            <a:r>
              <a:rPr lang="en-US" dirty="0"/>
              <a:t>You can also use Animations to present your content.</a:t>
            </a:r>
          </a:p>
          <a:p>
            <a:r>
              <a:rPr lang="en-US" dirty="0"/>
              <a:t>Check this presentation using Slide Show</a:t>
            </a:r>
          </a:p>
          <a:p>
            <a:pPr lvl="1"/>
            <a:r>
              <a:rPr lang="en-US" dirty="0"/>
              <a:t>Click on </a:t>
            </a:r>
          </a:p>
          <a:p>
            <a:pPr lvl="2"/>
            <a:r>
              <a:rPr lang="en-US" dirty="0"/>
              <a:t>Slide Show menu -&gt; From Current Slide </a:t>
            </a:r>
          </a:p>
          <a:p>
            <a:pPr lvl="1"/>
            <a:r>
              <a:rPr lang="en-US" dirty="0"/>
              <a:t>Then press enter or click mouse </a:t>
            </a:r>
          </a:p>
          <a:p>
            <a:pPr lvl="1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DD763993-C195-4776-36B1-B1D1A7E85685}"/>
              </a:ext>
            </a:extLst>
          </p:cNvPr>
          <p:cNvCxnSpPr/>
          <p:nvPr/>
        </p:nvCxnSpPr>
        <p:spPr>
          <a:xfrm>
            <a:off x="5716514" y="890177"/>
            <a:ext cx="0" cy="505039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6B8DD33-F432-B837-BC5C-AC379B59A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1541" y="5104895"/>
            <a:ext cx="1890459" cy="17531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0770ABE-E3B7-F313-AC4F-687155FD5216}"/>
              </a:ext>
            </a:extLst>
          </p:cNvPr>
          <p:cNvSpPr txBox="1"/>
          <p:nvPr/>
        </p:nvSpPr>
        <p:spPr>
          <a:xfrm>
            <a:off x="9427605" y="6599104"/>
            <a:ext cx="2764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#AchyutaSamanta #ArtofGiving</a:t>
            </a:r>
          </a:p>
        </p:txBody>
      </p:sp>
    </p:spTree>
    <p:extLst>
      <p:ext uri="{BB962C8B-B14F-4D97-AF65-F5344CB8AC3E}">
        <p14:creationId xmlns:p14="http://schemas.microsoft.com/office/powerpoint/2010/main" val="285078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7F57E2-47CE-DC4C-A4F7-4A8C1A417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03350"/>
            <a:ext cx="8596668" cy="132080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92071F-E858-F686-4D73-85402231E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39978F22-6CEB-B836-540C-F2ACF320F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DC85B-AAC3-4791-B7B5-66E2E05BAAB7}" type="datetime3">
              <a:rPr lang="en-US" smtClean="0"/>
              <a:t>13 April 2025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E5D05596-3FA2-1375-F439-FA40B09164B2}"/>
              </a:ext>
            </a:extLst>
          </p:cNvPr>
          <p:cNvSpPr txBox="1">
            <a:spLocks/>
          </p:cNvSpPr>
          <p:nvPr/>
        </p:nvSpPr>
        <p:spPr>
          <a:xfrm>
            <a:off x="677333" y="1314072"/>
            <a:ext cx="10901030" cy="472729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Put some comparison figures or screen shots to show your outcomes.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2339A16-736C-21D5-1F30-25DCFE0D9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570" y="5101700"/>
            <a:ext cx="1893903" cy="17562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40AC7B9-EE17-7406-2AA5-0E3DEE6195F8}"/>
              </a:ext>
            </a:extLst>
          </p:cNvPr>
          <p:cNvSpPr txBox="1"/>
          <p:nvPr/>
        </p:nvSpPr>
        <p:spPr>
          <a:xfrm>
            <a:off x="9427605" y="6599104"/>
            <a:ext cx="2764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#AchyutaSamanta #ArtofGiving</a:t>
            </a:r>
          </a:p>
        </p:txBody>
      </p:sp>
    </p:spTree>
    <p:extLst>
      <p:ext uri="{BB962C8B-B14F-4D97-AF65-F5344CB8AC3E}">
        <p14:creationId xmlns:p14="http://schemas.microsoft.com/office/powerpoint/2010/main" val="201889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BCE356-39F8-D899-972B-E7BB467EF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30850"/>
            <a:ext cx="8596668" cy="132080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63A9B2-73DA-DBD2-B580-FA12198C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MCA/MSc. [2023-25]                                                 School of Computer Applications                                                  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7D2743DE-B858-45F7-F9B4-EF2C4726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F674-BAB5-474A-B29F-09B8416FC218}" type="datetime3">
              <a:rPr lang="en-US" smtClean="0"/>
              <a:t>13 April 2025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7F542107-36D3-2A3B-84D8-6702AE664E60}"/>
              </a:ext>
            </a:extLst>
          </p:cNvPr>
          <p:cNvSpPr txBox="1">
            <a:spLocks/>
          </p:cNvSpPr>
          <p:nvPr/>
        </p:nvSpPr>
        <p:spPr>
          <a:xfrm>
            <a:off x="677333" y="1314072"/>
            <a:ext cx="10901030" cy="472729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en-US" dirty="0"/>
              <a:t>You have to write URL/Blog/Research paper details that have been included in your ppt.</a:t>
            </a:r>
          </a:p>
          <a:p>
            <a:pPr>
              <a:buFont typeface="+mj-lt"/>
              <a:buAutoNum type="arabicPeriod"/>
            </a:pPr>
            <a:r>
              <a:rPr lang="en-US" dirty="0"/>
              <a:t>You have to mention each reference number at relevant content above as [1], [2], and so on. </a:t>
            </a:r>
          </a:p>
          <a:p>
            <a:pPr>
              <a:buFont typeface="+mj-lt"/>
              <a:buAutoNum type="arabicPeriod"/>
            </a:pPr>
            <a:r>
              <a:rPr lang="en-US" dirty="0"/>
              <a:t>Try to include minimum four references.</a:t>
            </a:r>
          </a:p>
          <a:p>
            <a:pPr>
              <a:buFont typeface="+mj-lt"/>
              <a:buAutoNum type="arabicPeriod"/>
            </a:pPr>
            <a:r>
              <a:rPr lang="en-US" dirty="0"/>
              <a:t>All reference must be in a single slide.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C8197EE-14B6-FF4A-39C3-DBF259D98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1539" y="5104894"/>
            <a:ext cx="1890460" cy="17531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59A157E-5A44-BD6D-412A-B0BC91DE90BE}"/>
              </a:ext>
            </a:extLst>
          </p:cNvPr>
          <p:cNvSpPr txBox="1"/>
          <p:nvPr/>
        </p:nvSpPr>
        <p:spPr>
          <a:xfrm>
            <a:off x="9427605" y="6599104"/>
            <a:ext cx="2764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#AchyutaSamanta #ArtofGiving</a:t>
            </a:r>
          </a:p>
        </p:txBody>
      </p:sp>
    </p:spTree>
    <p:extLst>
      <p:ext uri="{BB962C8B-B14F-4D97-AF65-F5344CB8AC3E}">
        <p14:creationId xmlns:p14="http://schemas.microsoft.com/office/powerpoint/2010/main" val="192991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183</TotalTime>
  <Words>376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Trebuchet MS</vt:lpstr>
      <vt:lpstr>Wingdings 3</vt:lpstr>
      <vt:lpstr>Facet</vt:lpstr>
      <vt:lpstr>Project Title: Write your Project Name here..</vt:lpstr>
      <vt:lpstr>Abstract</vt:lpstr>
      <vt:lpstr>Related Works</vt:lpstr>
      <vt:lpstr>Our Methodology</vt:lpstr>
      <vt:lpstr>Results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Write your Project Name here..</dc:title>
  <dc:creator>Sumit Tetarave</dc:creator>
  <cp:lastModifiedBy>Microsoft account</cp:lastModifiedBy>
  <cp:revision>14</cp:revision>
  <dcterms:created xsi:type="dcterms:W3CDTF">2025-04-10T01:29:18Z</dcterms:created>
  <dcterms:modified xsi:type="dcterms:W3CDTF">2025-04-13T13:16:01Z</dcterms:modified>
</cp:coreProperties>
</file>